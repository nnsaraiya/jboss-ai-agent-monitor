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E40BE"/>
                </a:solidFill>
                <a:latin typeface="Red Hat Text"/>
              </a:rPr>
              <a:t>Red Hat OpenShift AI  ·  JBoss/WildFly  ·  OpenShift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Red Hat Display"/>
              </a:rPr>
              <a:t>Autonomous JBoss Operations</a:t>
            </a:r>
          </a:p>
          <a:p>
            <a:pPr algn="l"/>
            <a:r>
              <a:rPr sz="3000" b="0" i="0">
                <a:solidFill>
                  <a:srgbClr val="EE0000"/>
                </a:solidFill>
                <a:latin typeface="Red Hat Text"/>
              </a:rPr>
              <a:t>with Red Hat OpenShift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3A3A3"/>
                </a:solidFill>
                <a:latin typeface="Red Hat Text"/>
              </a:rPr>
              <a:t>Detect. Analyse. Resolve. —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3A3A3"/>
                </a:solidFill>
                <a:latin typeface="Red Hat Text"/>
              </a:rPr>
              <a:t>Nilay Saraiya  ·  Senior Architect, Red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0" y="5852160"/>
            <a:ext cx="1764792" cy="5486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0" y="58978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RED 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The Status Quo: Manual, Reactive, Expensive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Every JBoss incident today triggers a costly, error-prone manual response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200400" cy="40233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3200400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E0000"/>
                </a:solidFill>
                <a:latin typeface="Red Hat Display"/>
              </a:rPr>
              <a:t>2–4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Red Hat Text"/>
              </a:rPr>
              <a:t>per incident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29260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20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Senior engineer time spent triage, diagnosis, and ticket 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920240"/>
            <a:ext cx="3200400" cy="40233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3200400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1031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E0000"/>
                </a:solidFill>
                <a:latin typeface="Red Hat Display"/>
              </a:rPr>
              <a:t>3am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Red Hat Text"/>
              </a:rPr>
              <a:t>every incident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383280"/>
            <a:ext cx="29260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520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On-call engineers paged for issues that follow predictable patterns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920240"/>
            <a:ext cx="3200400" cy="40233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1920240"/>
            <a:ext cx="3200400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21031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E0000"/>
                </a:solidFill>
                <a:latin typeface="Red Hat Display"/>
              </a:rPr>
              <a:t>Inconsistent
tickets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Red Hat Text"/>
              </a:rPr>
              <a:t>every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49640" y="3383280"/>
            <a:ext cx="29260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3520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Different engineers write different tickets — quality varies widely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Detect. Analyse. Document. 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A closed-loop AI agent running inside OpenShift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651760" cy="384048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Red Hat Display"/>
              </a:rPr>
              <a:t>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4 detection layers:
Pod crashes · Log errors
Alerts · Health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5204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2651760" cy="384048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Red Hat Display"/>
              </a:rPr>
              <a:t>Deduplicate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74320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MD5 fingerprint
suppresses repeats
for 2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35204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920240"/>
            <a:ext cx="2651760" cy="38404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057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Red Hat Display"/>
              </a:rPr>
              <a:t>Analyse
(RHOAI LLM)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4320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llama-3.2-3B via vLLM
Root cause + steps
via function-calling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5204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1920240"/>
            <a:ext cx="2651760" cy="3840480"/>
          </a:xfrm>
          <a:prstGeom prst="rect">
            <a:avLst/>
          </a:prstGeom>
          <a:solidFill>
            <a:srgbClr val="37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057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Red Hat Display"/>
              </a:rPr>
              <a:t>JIRA Ticket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19" y="274320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Structured ADF ticket
with root cause,
steps &amp; prevention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D4D4D"/>
                </a:solidFill>
                <a:latin typeface="Red Hat Text"/>
              </a:rPr>
              <a:t>Repeats every 60 seconds  ·  Zero human intervention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Business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Red Hat Display"/>
              </a:rPr>
              <a:t>2.5 Hours of Senior Engineer Time → 15 Minutes of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D4D4D"/>
                </a:solidFill>
                <a:latin typeface="Red Hat Text"/>
              </a:rPr>
              <a:t>Conservative assumptions · 10 incidents/month · 1 JBoss instance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D4D4D"/>
                </a:solidFill>
                <a:latin typeface="Red Hat Display"/>
              </a:rPr>
              <a:t>WITHOUT AI Monitor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ed Hat Display"/>
              </a:rPr>
              <a:t>WITH AI Monitor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5394960" cy="65836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D4D4D"/>
                </a:solidFill>
                <a:latin typeface="Red Hat Display"/>
              </a:rPr>
              <a:t>150 hrs/yr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606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Red Hat Text"/>
              </a:rPr>
              <a:t>Triage &amp; analysis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514600"/>
            <a:ext cx="5394960" cy="65836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551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1134D"/>
                </a:solidFill>
                <a:latin typeface="Red Hat Display"/>
              </a:rPr>
              <a:t>15 min/yr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06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134D"/>
                </a:solidFill>
                <a:latin typeface="Red Hat Text"/>
              </a:rPr>
              <a:t>Human review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72968"/>
            <a:ext cx="1106424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09544"/>
            <a:ext cx="5394960" cy="65836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D4D4D"/>
                </a:solidFill>
                <a:latin typeface="Red Hat Display"/>
              </a:rPr>
              <a:t>$30,000/yr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3009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Red Hat Text"/>
              </a:rPr>
              <a:t>At $200/hr blended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209544"/>
            <a:ext cx="5394960" cy="65836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1134D"/>
                </a:solidFill>
                <a:latin typeface="Red Hat Display"/>
              </a:rPr>
              <a:t>~$1,500/yr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3009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134D"/>
                </a:solidFill>
                <a:latin typeface="Red Hat Text"/>
              </a:rPr>
              <a:t>Estimated operational cost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67911"/>
            <a:ext cx="1106424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904487"/>
            <a:ext cx="5394960" cy="65836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4106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D4D4D"/>
                </a:solidFill>
                <a:latin typeface="Red Hat Display"/>
              </a:rPr>
              <a:t>3am pages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3995927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Red Hat Text"/>
              </a:rPr>
              <a:t>Unpredictable on-call load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04487"/>
            <a:ext cx="5394960" cy="65836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94106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1134D"/>
                </a:solidFill>
                <a:latin typeface="Red Hat Display"/>
              </a:rPr>
              <a:t>Zero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995927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134D"/>
                </a:solidFill>
                <a:latin typeface="Red Hat Text"/>
              </a:rPr>
              <a:t>Engineer interruptions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62855"/>
            <a:ext cx="1106424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599431"/>
            <a:ext cx="5394960" cy="65836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3600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D4D4D"/>
                </a:solidFill>
                <a:latin typeface="Red Hat Display"/>
              </a:rPr>
              <a:t>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46908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Red Hat Text"/>
              </a:rPr>
              <a:t>Ticket quality &amp; completeness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599431"/>
            <a:ext cx="5394960" cy="65836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63600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1134D"/>
                </a:solidFill>
                <a:latin typeface="Red Hat Display"/>
              </a:rPr>
              <a:t>Consistent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6908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134D"/>
                </a:solidFill>
                <a:latin typeface="Red Hat Text"/>
              </a:rPr>
              <a:t>Structured AI-generated tickets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257799"/>
            <a:ext cx="1106424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E0000"/>
                </a:solidFill>
                <a:latin typeface="Red Hat Display"/>
              </a:rPr>
              <a:t>20× reduction in engineer time  ·  ~$28,500 annual savings per instance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Business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The Value Scales With Your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More instances = more savings, same AI infrastructure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240280" cy="41148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JBoss Instances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20240"/>
            <a:ext cx="2240280" cy="41148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Incidents/Year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920240"/>
            <a:ext cx="2880360" cy="41148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Engineer Hours Saved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920240"/>
            <a:ext cx="2514600" cy="41148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65960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Annual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77440"/>
            <a:ext cx="224028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4231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377440"/>
            <a:ext cx="224028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24231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2377440"/>
            <a:ext cx="288036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59" y="24231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148 hrs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377440"/>
            <a:ext cx="251460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4231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~$30K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99232"/>
            <a:ext cx="224028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449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224028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30449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600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999232"/>
            <a:ext cx="28803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59" y="304495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743 hrs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2999232"/>
            <a:ext cx="251460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044952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~$149K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224028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66674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621024"/>
            <a:ext cx="224028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17520" y="366674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1,200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3621024"/>
            <a:ext cx="288036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59" y="366674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1,485 hrs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3621024"/>
            <a:ext cx="2514600" cy="5760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3666744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~$297K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242816"/>
            <a:ext cx="224028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8853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242816"/>
            <a:ext cx="224028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520" y="428853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3,000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242816"/>
            <a:ext cx="28803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4959" y="428853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3,713 hrs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4242816"/>
            <a:ext cx="251460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288536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Red Hat Text"/>
              </a:rPr>
              <a:t>~$743K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864608"/>
            <a:ext cx="2240280" cy="576072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91032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134D"/>
                </a:solidFill>
                <a:latin typeface="Red Hat Display"/>
              </a:rPr>
              <a:t>50+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864608"/>
            <a:ext cx="2240280" cy="576072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7520" y="491032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134D"/>
                </a:solidFill>
                <a:latin typeface="Red Hat Display"/>
              </a:rPr>
              <a:t>6,000+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03520" y="4864608"/>
            <a:ext cx="2880360" cy="576072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4959" y="491032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134D"/>
                </a:solidFill>
                <a:latin typeface="Red Hat Display"/>
              </a:rPr>
              <a:t>7,425+ hrs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4864608"/>
            <a:ext cx="2514600" cy="576072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4910328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E0000"/>
                </a:solidFill>
                <a:latin typeface="Red Hat Display"/>
              </a:rPr>
              <a:t>~$1.5M+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D4D4D"/>
                </a:solidFill>
                <a:latin typeface="Red Hat Text"/>
              </a:rPr>
              <a:t>Assumes $200/hr blended rate · 15 min/incident with AI vs 150 min without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Operational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24/7 Coverage — Without 3am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AI watches continuously; engineers review in business hours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94960" cy="3657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D4D4D"/>
                </a:solidFill>
                <a:latin typeface="Red Hat Display"/>
              </a:rPr>
              <a:t>TODAY — Manual 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1097280" cy="502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50592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3:14 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Alert fires — engineer paged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44952"/>
            <a:ext cx="1097280" cy="502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18104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3:30 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3639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Engineer logs in, starts triage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12464"/>
            <a:ext cx="1097280" cy="502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85616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4:45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03904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Root cause identified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379976"/>
            <a:ext cx="1097280" cy="502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53128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5:15 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7141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JIRA ticket manually written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47488"/>
            <a:ext cx="1097280" cy="502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120640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5:30 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138927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Engineer back to sleep (2.25 hrs lost)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920240"/>
            <a:ext cx="5760720" cy="3657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Red Hat Display"/>
              </a:rPr>
              <a:t>WITH AI MONITOR — Zero interruption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377440"/>
            <a:ext cx="109728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450592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3:14 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4688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Crash detected by PodMonitor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044952"/>
            <a:ext cx="109728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118104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3:14 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36392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RHOAI analysis complete (&lt; 60s)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712464"/>
            <a:ext cx="109728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3785616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3:14 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3803904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Structured JIRA ticket created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379976"/>
            <a:ext cx="109728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4453128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9:05 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471416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Engineer reviews ticket — 15 min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5047488"/>
            <a:ext cx="109728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5120640"/>
            <a:ext cx="1060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9:20 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513892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Red Hat Text"/>
              </a:rPr>
              <a:t>Issue resolved, prevention applied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Ticket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Red Hat Display"/>
              </a:rPr>
              <a:t>Every Incident Gets a Structured, Actionable Ticket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AI-generated tickets follow the same template every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43891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Red Hat Display"/>
              </a:rPr>
              <a:t>KAN-42  [HIGH/crash]  OOMKilled: jboss-instance-0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011680"/>
            <a:ext cx="1645920" cy="3200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011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Red Hat Display"/>
              </a:rPr>
              <a:t>AI-generated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0000"/>
                </a:solidFill>
                <a:latin typeface="Red Hat Display"/>
              </a:rPr>
              <a:t>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34640"/>
            <a:ext cx="10607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Red Hat Text"/>
              </a:rPr>
              <a:t>JVM heap exhausted after gradual leak in session cache. -Xmx1024m limit reached under sustained load. GC overhead exceeded 98% — OOMKill triggered.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794760"/>
            <a:ext cx="106984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0000"/>
                </a:solidFill>
                <a:latin typeface="Red Hat Display"/>
              </a:rPr>
              <a:t>Resolution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06240"/>
            <a:ext cx="10607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Red Hat Text"/>
              </a:rPr>
              <a:t>1. Restart pod: oc rollout restart deploy/jboss-instance
2. Increase -Xmx to 1536m in JAVA_OPTS_APPEND
3. Enable GC logging: -Xlog:gc*:file=/tmp/gc.log
4. Review heap dump at /tmp/heapdump.hprof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66360"/>
            <a:ext cx="106984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257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0000"/>
                </a:solidFill>
                <a:latin typeface="Red Hat Display"/>
              </a:rPr>
              <a:t>Prevention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607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Red Hat Text"/>
              </a:rPr>
              <a:t>Set memory limit to 2Gi · Add readiness probe · Configure HPA with memory threshold at 80%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537960"/>
            <a:ext cx="10698480" cy="36576"/>
          </a:xfrm>
          <a:prstGeom prst="rect">
            <a:avLst/>
          </a:prstGeom>
          <a:solidFill>
            <a:srgbClr val="A3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D4D4D"/>
                </a:solidFill>
                <a:latin typeface="Red Hat Text"/>
              </a:rPr>
              <a:t>Confidence: HIGH  ·  Generated in &lt; 60 seconds  ·  Consistent structure every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Platform 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Runs on Technology You Already 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No new vendors, no new licenses, no new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02920" cy="621792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756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Red Hat Display"/>
              </a:rPr>
              <a:t>●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65960"/>
            <a:ext cx="102412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0208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134D"/>
                </a:solidFill>
                <a:latin typeface="Red Hat Display"/>
              </a:rPr>
              <a:t>OpenShift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Runs inside the cluster — native RBAC, no VPN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61488"/>
            <a:ext cx="502920" cy="62179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Red Hat Display"/>
              </a:rPr>
              <a:t>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2761488"/>
            <a:ext cx="102412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8163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0000"/>
                </a:solidFill>
                <a:latin typeface="Red Hat Display"/>
              </a:rPr>
              <a:t>Red Hat OpenShift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5292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llama-3.2-3B via vLLM — self-hosted, air-gap capable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57015"/>
            <a:ext cx="502920" cy="621792"/>
          </a:xfrm>
          <a:prstGeom prst="rect">
            <a:avLst/>
          </a:prstGeom>
          <a:solidFill>
            <a:srgbClr val="37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6674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Red Hat Display"/>
              </a:rP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557015"/>
            <a:ext cx="102412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6118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A3A3"/>
                </a:solidFill>
                <a:latin typeface="Red Hat Display"/>
              </a:rPr>
              <a:t>WildFly / JBoss EAP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648456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Operator-managed — watches any WildFly 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52544"/>
            <a:ext cx="502920" cy="621792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6227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Red Hat Display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352544"/>
            <a:ext cx="102412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" y="440740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D4D4D"/>
                </a:solidFill>
                <a:latin typeface="Red Hat Display"/>
              </a:rPr>
              <a:t>Prometheus / AlertManager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3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Polls existing monitoring stack — no new exporters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48072"/>
            <a:ext cx="502920" cy="621792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Red Hat Display"/>
              </a:rPr>
              <a:t>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5148072"/>
            <a:ext cx="102412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52029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134D"/>
                </a:solidFill>
                <a:latin typeface="Red Hat Display"/>
              </a:rPr>
              <a:t>JIRA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239512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Red Hat Text"/>
              </a:rPr>
              <a:t>REST API v3 — ADF-formatted rich tickets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Differentiation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No Generic APM Tool Does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JBoss-specific AI analysis — not alerts, not dashboards, not runbooks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02920" cy="5303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2082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Detects JBoss-specific crash patterns (OOMKilled, CrashLoopBackOff, WFLYCTL errors)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24328"/>
            <a:ext cx="502920" cy="5303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157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6791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AI generates WildFly/EAP-specific root cause analysis — not generic advice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82696"/>
            <a:ext cx="502920" cy="5303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7413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Forces structured JSON output via function-calling — no free-text hallucination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41064"/>
            <a:ext cx="502920" cy="530352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3250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95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Deduplication prevents ticket storms during sustained incidents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99431"/>
            <a:ext cx="502920" cy="530352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908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54295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Self-hosted RHOAI model — data never leaves your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57800"/>
            <a:ext cx="502920" cy="530352"/>
          </a:xfrm>
          <a:prstGeom prst="rect">
            <a:avLst/>
          </a:prstGeom>
          <a:solidFill>
            <a:srgbClr val="37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ed Hat Display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1266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Open source — Apache 2.0, fully auditable, no black-box vendor lock-in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Running in Your Environment in Under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D4D4D"/>
                </a:solidFill>
                <a:latin typeface="Red Hat Text"/>
              </a:rPr>
              <a:t>Minimal prerequisites — works alongside your existing OpenShift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828800" cy="62179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9397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ed Hat Display"/>
              </a:rPr>
              <a:t>Hour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122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965960"/>
            <a:ext cx="88696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093976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Install WildFly Operator + deploy WildFlyServer CR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5768"/>
            <a:ext cx="1828800" cy="621792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437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ed Hat Display"/>
              </a:rPr>
              <a:t>Hour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862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715768"/>
            <a:ext cx="88696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843784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Configure credentials (RHOAI token, JIRA API key)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65576"/>
            <a:ext cx="1828800" cy="621792"/>
          </a:xfrm>
          <a:prstGeom prst="rect">
            <a:avLst/>
          </a:prstGeom>
          <a:solidFill>
            <a:srgbClr val="37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935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ed Hat Display"/>
              </a:rPr>
              <a:t>Hour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3465576"/>
            <a:ext cx="88696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59359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Build &amp; push container image, apply ConfigMap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15383"/>
            <a:ext cx="1828800" cy="621792"/>
          </a:xfrm>
          <a:prstGeom prst="rect">
            <a:avLst/>
          </a:prstGeom>
          <a:solidFill>
            <a:srgbClr val="3E8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4339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ed Hat Display"/>
              </a:rPr>
              <a:t>Hour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36168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4215383"/>
            <a:ext cx="88696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800" y="4343399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Deploy monitor pod, verify JIRA tickets flowing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65192"/>
            <a:ext cx="1828800" cy="621792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093207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ed Hat Display"/>
              </a:rPr>
              <a:t>Day 2+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11149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4965192"/>
            <a:ext cx="886968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5093207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Red Hat Text"/>
              </a:rPr>
              <a:t>Tune alert filters, dedup window, LLM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8056" y="54864"/>
            <a:ext cx="5148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475488"/>
            <a:ext cx="1129284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Red Hat Text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64008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Red Hat Display"/>
              </a:rPr>
              <a:t>Three Ways to Move Forward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737360"/>
            <a:ext cx="10424160" cy="3657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3657600" cy="43891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65760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Red Hat Display"/>
              </a:rPr>
              <a:t>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97480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3383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Deploy on one non-production JBoss instance in 4 hours.
We provide the container image and all YAML.
Measure time-to-first-ticket within the same 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657600" cy="438912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0240"/>
            <a:ext cx="365760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0574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Red Hat Display"/>
              </a:rPr>
              <a:t>Assessment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697480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834640"/>
            <a:ext cx="3383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90-minute architecture review of your current OpenShift + RHOAI setup.
Identify quick wins and quantify the ROI for your specific environment.
No commitment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920240"/>
            <a:ext cx="3657600" cy="4389120"/>
          </a:xfrm>
          <a:prstGeom prst="rect">
            <a:avLst/>
          </a:prstGeom>
          <a:solidFill>
            <a:srgbClr val="37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920240"/>
            <a:ext cx="365760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574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Red Hat Display"/>
              </a:rPr>
              <a:t>Production
Rollout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697480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834640"/>
            <a:ext cx="3383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Red Hat Text"/>
              </a:rPr>
              <a:t>Phased deployment across all JBoss/EAP instances.
Custom alert filter tuning + JIRA project configuration.
Full SRE handoff and runbook documentation.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D4D4D"/>
                </a:solidFill>
                <a:latin typeface="Red Hat Text"/>
              </a:rPr>
              <a:t>Source code: github.com/nnsaraiya/jboss-ai-agent-monitor  ·  Apache 2.0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1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Red Hat Display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23160"/>
            <a:ext cx="548640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5E40BE"/>
                </a:solidFill>
                <a:latin typeface="Red Hat Text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3A3A3"/>
                </a:solidFill>
                <a:latin typeface="Red Hat Text"/>
              </a:rPr>
              <a:t>Nilay Saraiya  ·  Senior Architect, Red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77639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3A3A3"/>
                </a:solidFill>
                <a:latin typeface="Red Hat Text"/>
              </a:rPr>
              <a:t>nilay.saraiya@redhat.com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Red Hat Text"/>
              </a:rPr>
              <a:t>github.com/nnsaraiya/jboss-ai-agent-monitor  ·  Apache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0" y="5852160"/>
            <a:ext cx="1764792" cy="5486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7000" y="58978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Red Hat Display"/>
              </a:rPr>
              <a:t>RED 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" y="6172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3A3A3"/>
                </a:solidFill>
                <a:latin typeface="Red Hat Text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