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10287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554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Autonomous JBoss Operations</a:t>
            </a:r>
          </a:p>
          <a:p>
            <a:pPr algn="l"/>
            <a:r>
              <a:rPr sz="6000" b="1" i="0">
                <a:solidFill>
                  <a:srgbClr val="FFFFFF"/>
                </a:solidFill>
              </a:rPr>
              <a:t>with Red Hat OpenShift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EEEEEE"/>
                </a:solidFill>
              </a:rPr>
              <a:t>Reducing MTTR and operational cost with an AI-powered monitoring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0" y="9601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 i="0">
                <a:solidFill>
                  <a:srgbClr val="595959"/>
                </a:solidFill>
              </a:rPr>
              <a:t>Red Hat —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The Status Quo: Manual, Reactive,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6459200" cy="5486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1554480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</a:rPr>
              <a:t>▶  JBoss incidents go undetected until users complain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</a:rPr>
              <a:t>▶  Senior engineers spend 2+ hours per incident on root cause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</a:rPr>
              <a:t>▶  JIRA tickets created manually — late, incomplete, inconsistent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</a:rPr>
              <a:t>▶  On-call rotations are expensive and cause burnout</a:t>
            </a:r>
          </a:p>
          <a:p>
            <a:pPr>
              <a:spcBef>
                <a:spcPts val="800"/>
              </a:spcBef>
            </a:pPr>
            <a:r>
              <a:rPr sz="2800">
                <a:solidFill>
                  <a:srgbClr val="212121"/>
                </a:solidFill>
              </a:rPr>
              <a:t>▶  The same incidents recur — fixes are never documented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Detect. Analyse. Document. Automatically.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</a:rPr>
              <a:t>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Monitors pod state, logs, alerts and health every 60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3291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45720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</a:rPr>
              <a:t>Analyse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530352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RHOAI-hosted LLM generates root cause and resolution steps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3291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</a:rPr>
              <a:t>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5720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</a:rPr>
              <a:t>Document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530352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Structured JIRA ticket created automatically with full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0" y="2926080"/>
            <a:ext cx="3931920" cy="6400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0" y="2926080"/>
            <a:ext cx="3931920" cy="13716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075920" y="32918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212121"/>
                </a:solidFill>
              </a:rPr>
              <a:t>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0" y="457200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E0000"/>
                </a:solidFill>
              </a:rPr>
              <a:t>Deduplicate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0" y="530352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Suppresses repeat tickets within a configurable time window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E0000"/>
                </a:solidFill>
              </a:rPr>
              <a:t>2.5 Hours of Senior Engineer Time → 15 Minutes of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560320"/>
            <a:ext cx="45720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39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Step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560320"/>
            <a:ext cx="36576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260603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9509760" y="2560320"/>
            <a:ext cx="365760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60603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After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350240" y="2560320"/>
            <a:ext cx="4389120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0" y="260603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Time Saved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291840"/>
            <a:ext cx="4572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3756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Issue detection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29184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33375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5–30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329184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33756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60 seconds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0" y="3291840"/>
            <a:ext cx="4389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441680" y="33375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~29 min saved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14800"/>
            <a:ext cx="45720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2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Root cause analysis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4114800"/>
            <a:ext cx="36576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4160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60–120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4114800"/>
            <a:ext cx="365760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16052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AI: 14 seconds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350240" y="4114800"/>
            <a:ext cx="4389120" cy="7315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1680" y="416052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~119 min saved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937760"/>
            <a:ext cx="4572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983480"/>
            <a:ext cx="4389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JIRA ticket creation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0" y="493776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10–15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4937760"/>
            <a:ext cx="3657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Automated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350240" y="4937760"/>
            <a:ext cx="4389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41680" y="498348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~13 min saved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760720"/>
            <a:ext cx="45720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80644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0" y="5760720"/>
            <a:ext cx="36576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0" y="58064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~2.5 hours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60" y="5760720"/>
            <a:ext cx="365760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58064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~15 min review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350240" y="5760720"/>
            <a:ext cx="4389120" cy="82296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441680" y="580644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~2 hours saved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0" y="6949440"/>
            <a:ext cx="12801600" cy="109728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0" y="694944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At $100/hr blended SRE rate → $225 saved per incident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The Value Scales With Your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5486400" cy="59436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12121"/>
                </a:solidFill>
              </a:rPr>
              <a:t>Small — 1 env · 10 incidents/mo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E0000"/>
                </a:solidFill>
              </a:rPr>
              <a:t>$27,000/yr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836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12121"/>
                </a:solidFill>
              </a:rPr>
              <a:t>annual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926080"/>
            <a:ext cx="5486400" cy="59436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347472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212121"/>
                </a:solidFill>
              </a:rPr>
              <a:t>Medium — 3 envs · 30 incidents/mo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50292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E0000"/>
                </a:solidFill>
              </a:rPr>
              <a:t>$81,000/yr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5836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12121"/>
                </a:solidFill>
              </a:rPr>
              <a:t>annual savings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926080"/>
            <a:ext cx="5486400" cy="59436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0" y="347472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Large — 10 envs · 100 incidents/mo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0" y="50292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$270,000/yr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0" y="658368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annual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9418320"/>
            <a:ext cx="1645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95959"/>
                </a:solidFill>
              </a:rPr>
              <a:t>Conservative estimate — direct engineer time only. Excludes on-call premiums, prevented downtime, and revenue protection.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24/7 Coverage — Without 3am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6459200" cy="32004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160934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1">
                <a:solidFill>
                  <a:srgbClr val="FFFFFF"/>
                </a:solidFill>
              </a:rPr>
              <a:t>"The first P1 incident it catches at 3am on a Sunday — without waking anyone — pays for the entire implementation."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6751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</a:rPr>
              <a:t>10–25%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955279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On-call salary premium eliminated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66751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</a:rPr>
              <a:t>3am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7955279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Agent works nights, weekends, holidays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0" y="6400800"/>
            <a:ext cx="5029200" cy="32004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66751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EE0000"/>
                </a:solidFill>
              </a:rPr>
              <a:t>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0" y="7955279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212121"/>
                </a:solidFill>
              </a:rPr>
              <a:t>Time to ticket after issue detection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280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E0000"/>
                </a:solidFill>
              </a:rPr>
              <a:t>Every Incident Gets a Structured, Actionable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2344400" cy="71323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017520"/>
            <a:ext cx="11430000" cy="6583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🔴  OOMKilled — jboss-instance-0  |  CRITICAL  |  jboss-production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🧠  Root Cause  (AI — Confidence: HIGH)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JVM heap exhausted. -Xmx setting too low for workload.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Container memory limit: 1536Mi.  Current heap: 256Mi.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🔧  Resolution Steps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1. Increase -Xmx to 1024m in standalone.xml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2. Set OpenShift memory limit to 1536Mi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3. Enable -XX:+HeapDumpOnOutOfMemoryError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🛡️  Prevention Tips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•  Set JVM heap to 75% of container memory limit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•  Add readiness probe on /health/ready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📚  References</a:t>
            </a:r>
          </a:p>
          <a:p>
            <a:pPr algn="l"/>
            <a:r>
              <a:rPr sz="2000" b="0" i="0">
                <a:solidFill>
                  <a:srgbClr val="FFFFFF"/>
                </a:solidFill>
              </a:rPr>
              <a:t>  •  Red Hat KBase: Tuning JVM for EAP on OpenShift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0" y="4114800"/>
            <a:ext cx="4114800" cy="2743200"/>
          </a:xfrm>
          <a:prstGeom prst="rect">
            <a:avLst/>
          </a:prstGeom>
          <a:solidFill>
            <a:srgbClr val="3E8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0" y="41148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Created in</a:t>
            </a:r>
          </a:p>
          <a:p>
            <a:pPr algn="ctr"/>
            <a:r>
              <a:rPr sz="2600" b="1" i="0">
                <a:solidFill>
                  <a:srgbClr val="FFFFFF"/>
                </a:solidFill>
              </a:rPr>
              <a:t>14 seconds</a:t>
            </a:r>
          </a:p>
          <a:p>
            <a:pPr algn="ctr"/>
            <a:r>
              <a:rPr sz="2600" b="1" i="0">
                <a:solidFill>
                  <a:srgbClr val="FFFFFF"/>
                </a:solidFill>
              </a:rPr>
              <a:t>No human</a:t>
            </a:r>
          </a:p>
          <a:p>
            <a:pPr algn="ctr"/>
            <a:r>
              <a:rPr sz="2600" b="1" i="0">
                <a:solidFill>
                  <a:srgbClr val="FFFFFF"/>
                </a:solidFill>
              </a:rPr>
              <a:t>involved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Runs on Technology You Already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45720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2743200"/>
            <a:ext cx="5029200" cy="10058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0" y="27889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Red Hat Product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4572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94759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JBoss runtime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3749039"/>
            <a:ext cx="5029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379475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Red Hat JBoss EAP / WildFly Operator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79"/>
            <a:ext cx="4572000" cy="10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00599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Container platform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4754879"/>
            <a:ext cx="5029200" cy="10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80059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Red Hat OpenShift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760720"/>
            <a:ext cx="4572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AI inference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5760720"/>
            <a:ext cx="5029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58064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Red Hat OpenShift AI (RHOAI)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6766560"/>
            <a:ext cx="4572000" cy="10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8122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Model serving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6766560"/>
            <a:ext cx="5029200" cy="10058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681228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KServe + vLLM on GPU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7772400"/>
            <a:ext cx="45720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781812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Container image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7772400"/>
            <a:ext cx="50292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78181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UBI9 (Universal Base Image)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0" y="30175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0" y="32004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✓  Activates your RHOAI investment on Day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0" y="48463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5680" y="50292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✓  No new vendor relationship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00" y="6675120"/>
            <a:ext cx="6858000" cy="1463040"/>
          </a:xfrm>
          <a:prstGeom prst="rect">
            <a:avLst/>
          </a:prstGeom>
          <a:solidFill>
            <a:srgbClr val="3C8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0" y="6858000"/>
            <a:ext cx="6492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✓  Customer data never leaves the cluster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500" b="1" i="0">
                <a:solidFill>
                  <a:srgbClr val="EE0000"/>
                </a:solidFill>
              </a:rPr>
              <a:t>No Generic APM Tool Does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743200"/>
            <a:ext cx="64008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0" y="2743200"/>
            <a:ext cx="32004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7889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Generic APM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0" y="2743200"/>
            <a:ext cx="32004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27889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Cloud AI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07440" y="2743200"/>
            <a:ext cx="4114800" cy="7315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0" y="27889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This Solution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611879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JBoss-specific root cause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356616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361187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24160" y="356616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361187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212121"/>
                </a:solidFill>
              </a:rPr>
              <a:t>Partial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07440" y="356616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0" y="3611879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2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43484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AI resolution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38912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44348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438912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0" y="44348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07440" y="438912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98880" y="44348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1208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On-premises LLM (no data leaves cluster)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521208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52578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521208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0" y="52578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807440" y="521208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98880" y="525780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03504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080759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Structured JIRA tickets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603504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608075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603504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0" y="6080759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807440" y="603504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8880" y="6080759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85800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690372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No per-API-call cost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40880" y="68580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69037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212121"/>
                </a:solidFill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68580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0" y="69037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807440" y="685800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898880" y="690372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7680960"/>
            <a:ext cx="6400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7726680"/>
            <a:ext cx="6217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212121"/>
                </a:solidFill>
              </a:rPr>
              <a:t>OpenShift-native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768096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0" y="77266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0" y="7680960"/>
            <a:ext cx="32004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772668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595959"/>
                </a:solidFill>
              </a:rPr>
              <a:t>✗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807440" y="7680960"/>
            <a:ext cx="4114800" cy="82296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898880" y="772668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3E8C35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Running in Your Environment in Under a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26080"/>
            <a:ext cx="5029200" cy="6217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</a:rPr>
              <a:t>PHASE 1 — 2 to 4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0000"/>
                </a:solidFill>
              </a:rPr>
              <a:t>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OpenShift manifests, RHOAI endpoint, JIRA configuration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926080"/>
            <a:ext cx="5029200" cy="621792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3200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</a:rPr>
              <a:t>PHASE 2 — 1 to 2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02336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E0000"/>
                </a:solidFill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8463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Inject test errors, confirm ticket creation, tune patterns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93040" y="2926080"/>
            <a:ext cx="5029200" cy="621792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75919" y="3200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3 — Ongoing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19" y="402336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075919" y="48463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Add namespaces, extend to Quarkus and Spring Boot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486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E0000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78640" y="54864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EE0000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9418320"/>
            <a:ext cx="1645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95959"/>
                </a:solidFill>
              </a:rPr>
              <a:t>No professional services engagement required for initial deployment. Customer owns and operates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645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E0000"/>
                </a:solidFill>
              </a:rPr>
              <a:t>Three Ways to Move Forward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743200"/>
            <a:ext cx="15544800" cy="1828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288036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</a:rPr>
              <a:t>Option 1 — Proof of Value (1 week)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3520440"/>
            <a:ext cx="1517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Deploy in non-production. Run for one week. Measure MTTR delta vs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937760"/>
            <a:ext cx="15544800" cy="1828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C8FF7"/>
                </a:solidFill>
              </a:rPr>
              <a:t>Option 2 — Architecture Workshop (half day)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715000"/>
            <a:ext cx="1517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212121"/>
                </a:solidFill>
              </a:rPr>
              <a:t>Red Hat architect maps the solution to your JBoss topology and RHOAI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7132320"/>
            <a:ext cx="15544800" cy="18288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7269480"/>
            <a:ext cx="15179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Option 3 — Production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7909560"/>
            <a:ext cx="1517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Scoped engagement: deploy, configure, and hand over with runbook and training.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9326880"/>
            <a:ext cx="1554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95959"/>
                </a:solidFill>
              </a:rPr>
              <a:t>All source code is open and customer-owned.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102870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1280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EEEEEE"/>
                </a:solidFill>
              </a:rPr>
              <a:t>Let us talk about your JBoss environment.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868680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95959"/>
                </a:solidFill>
              </a:rPr>
              <a:t>[Name] · [email] · Red Hat Senior Architect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