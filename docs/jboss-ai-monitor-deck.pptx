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Autonomous JBoss Operations
with Red Hat OpenShift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5"/>
                </a:solidFill>
                <a:latin typeface="Calibri"/>
              </a:rPr>
              <a:t>Reducing MTTR and operational cost
with an AI-powered monitoring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Red Hat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Status Quo: Manual, Reactive, Expensive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▶ JBoss incidents go undetected until users complain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52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▶ Senior engineers spend 2+ hours per incident on 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82496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▶ JIRA tickets are created manually — late, incomplete, inconsistent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1226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▶ On-call rotations are expensive and cause burnout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420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▶ The same incidents recur — fixes never get documented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JBoss AI Monitor: Detect. Analyse. Document.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325880"/>
            <a:ext cx="269748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325880"/>
            <a:ext cx="269748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4904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212121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240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0000"/>
                </a:solidFill>
                <a:latin typeface="Calibri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697480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Monitors pod state, logs, alerts and health every 60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325880"/>
            <a:ext cx="269748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325880"/>
            <a:ext cx="269748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4904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212121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40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0000"/>
                </a:solidFill>
                <a:latin typeface="Calibri"/>
              </a:rP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RHOAI-hosted LLM generates root cause + resolution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1325880"/>
            <a:ext cx="269748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33872" y="1325880"/>
            <a:ext cx="269748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14904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212121"/>
                </a:solidFill>
                <a:latin typeface="Calibri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240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0000"/>
                </a:solidFill>
                <a:latin typeface="Calibri"/>
              </a:rPr>
              <a:t>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697480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Structured JIRA ticket created automatically with full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50224" y="1325880"/>
            <a:ext cx="269748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50224" y="1325880"/>
            <a:ext cx="269748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1664" y="14904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212121"/>
                </a:solidFill>
                <a:latin typeface="Calibri"/>
              </a:rPr>
              <a:t>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2240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0000"/>
                </a:solidFill>
                <a:latin typeface="Calibri"/>
              </a:rPr>
              <a:t>Deduplicate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2697480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Suppresses repeat tickets within a configurable time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2.5 Hours of Senior Engineer Time → 15 Minutes of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31520"/>
            <a:ext cx="2926080" cy="5669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2296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731520"/>
            <a:ext cx="3246120" cy="5669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8229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731520"/>
            <a:ext cx="2834640" cy="5669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822960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731520"/>
            <a:ext cx="2560320" cy="5669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82912" y="8229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Time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298448"/>
            <a:ext cx="29260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138988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Issue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298448"/>
            <a:ext cx="324612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3898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5–30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298448"/>
            <a:ext cx="283464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1389888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60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298448"/>
            <a:ext cx="256032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138988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~29 min saved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865376"/>
            <a:ext cx="2926080" cy="5669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195681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Root cause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865376"/>
            <a:ext cx="3246120" cy="5669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19568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60–120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865376"/>
            <a:ext cx="2834640" cy="5669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956816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AI: 14 sec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865376"/>
            <a:ext cx="2560320" cy="56692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1956816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~119 min saved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432304"/>
            <a:ext cx="292608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523744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JIRA ticket creation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432304"/>
            <a:ext cx="324612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252374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10–15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432304"/>
            <a:ext cx="283464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2523744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Automated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2432304"/>
            <a:ext cx="256032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52374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~13 min saved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999232"/>
            <a:ext cx="292608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309067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999232"/>
            <a:ext cx="324612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9272" y="309067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~2.5 hours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999232"/>
            <a:ext cx="283464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3090672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~15 min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2999232"/>
            <a:ext cx="256032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2" y="309067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~2 hours saved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703320"/>
            <a:ext cx="11731752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7764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0000"/>
                </a:solidFill>
                <a:latin typeface="Calibri"/>
              </a:rPr>
              <a:t>At $100/hr blended SRE rate → $225 saved per incident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Value Scales With Your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36576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  <a:latin typeface="Calibri"/>
              </a:rPr>
              <a:t>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1 env · 10 incidents/mo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12121"/>
                </a:solidFill>
                <a:latin typeface="Calibri"/>
              </a:rPr>
              <a:t>$27,000/yr saved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1005840"/>
            <a:ext cx="3657600" cy="4114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  <a:latin typeface="Calibri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3 envs · 30 incidents/mo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12121"/>
                </a:solidFill>
                <a:latin typeface="Calibri"/>
              </a:rPr>
              <a:t>$81,000/yr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46136" y="1005840"/>
            <a:ext cx="3657600" cy="4114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10 envs · 100 incidents/mo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$270,000/yr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760720"/>
            <a:ext cx="1173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Conservative estimate — direct engineer time only. Does not include on-call premiums, prevented downtime, or revenue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24/7 Coverage — Without 3am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91672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"The first P1 incident it catches at 3am on a Sunday
— without waking anyone —
pays for the entire implementation."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356616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E0000"/>
                </a:solidFill>
                <a:latin typeface="Calibri"/>
              </a:rPr>
              <a:t>10–25%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On-call salary premium eliminated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3246120"/>
            <a:ext cx="356616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37490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E0000"/>
                </a:solidFill>
                <a:latin typeface="Calibri"/>
              </a:rPr>
              <a:t>3am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4663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Agent works nights, weekends, holidays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3246120"/>
            <a:ext cx="356616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37490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E0000"/>
                </a:solidFill>
                <a:latin typeface="Calibri"/>
              </a:rPr>
              <a:t>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4663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Time to ticket after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Every Incident Gets a Structured, Actionable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8503920" cy="5760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🔴 OOMKilled — jboss-instance-0  |  CRITICAL  |  jboss-production
🧠 Root Cause (AI — Confidence: HIGH)
JVM heap exhausted. -Xmx setting too low for workload.
Container memory limit: 1536Mi. Current heap: 256Mi.
🔧 Resolution Steps
1. Increase -Xmx to 1024m in standalone.xml
2. Set OpenShift memory limit to 1536Mi
3. Enable -XX:+HeapDumpOnOutOfMemoryError
🛡️ Prevention Tips
• Set JVM heap to 75% of container memory limit
• Add readiness probe on /health/ready
📚 References
• Red Hat KBase: Tuning JVM for EAP on OpenShift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2999232" cy="1371600"/>
          </a:xfrm>
          <a:prstGeom prst="rect">
            <a:avLst/>
          </a:prstGeom>
          <a:solidFill>
            <a:srgbClr val="E8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2194560"/>
            <a:ext cx="2816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Created in 14 seconds
No human involved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Runs on Technology You Already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3429000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39" y="749808"/>
            <a:ext cx="3429000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85953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85953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 Hat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389888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49961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JBoss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149961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JBoss EAP / WildFly Operator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029967"/>
            <a:ext cx="3429000" cy="640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029967"/>
            <a:ext cx="3429000" cy="640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13969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Container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13969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Red Hat OpenShift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670047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670047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2779775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AI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779775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Red Hat OpenShift AI (RHOAI)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310127"/>
            <a:ext cx="3429000" cy="640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310127"/>
            <a:ext cx="3429000" cy="640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341985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Model serving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341985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KServe + vLLM on 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950208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3950208"/>
            <a:ext cx="3429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405993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Container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4059936"/>
            <a:ext cx="32918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UBI9 (Universal Base Image)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005840"/>
            <a:ext cx="446227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1115568"/>
            <a:ext cx="4187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Calibri"/>
              </a:rPr>
              <a:t>✓  Activates your RHOAI investment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965960"/>
            <a:ext cx="446227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2075688"/>
            <a:ext cx="4187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Calibri"/>
              </a:rPr>
              <a:t>✓  No new vendor relationship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2926080"/>
            <a:ext cx="446227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3035808"/>
            <a:ext cx="4187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Calibri"/>
              </a:rPr>
              <a:t>✓  Data never leaves your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 Generic APM Tool Does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3611880" cy="62179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841247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749808"/>
            <a:ext cx="2743200" cy="62179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5072" y="841247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Generic APM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749808"/>
            <a:ext cx="2377440" cy="62179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841247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Cloud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749808"/>
            <a:ext cx="2743200" cy="62179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841247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This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1463040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JBoss-specific root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371600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146304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371600"/>
            <a:ext cx="237744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1463040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Partial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46304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993392"/>
            <a:ext cx="361188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084832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AI resolution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993392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2084832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993392"/>
            <a:ext cx="237744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2084832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993392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2084832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615184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706624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On-premises 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2615184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2706624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615184"/>
            <a:ext cx="237744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2706624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615184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2706624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236976"/>
            <a:ext cx="361188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3328416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Data stays in cluster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236976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05072" y="3328416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236976"/>
            <a:ext cx="237744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3328416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3236976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3328416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858768"/>
            <a:ext cx="36118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" y="3950208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Structured JIRA tickets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858768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3950208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3858768"/>
            <a:ext cx="237744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9712" y="3950208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3858768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08592" y="3950208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480560"/>
            <a:ext cx="361188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" y="4572000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No per-API-call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4480560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457200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480560"/>
            <a:ext cx="237744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39712" y="4572000"/>
            <a:ext cx="2240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Calibr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4480560"/>
            <a:ext cx="2743200" cy="621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457200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8C35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Running in Your Environment in Under a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9728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347472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64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E0000"/>
                </a:solidFill>
                <a:latin typeface="Calibri"/>
              </a:rPr>
              <a:t>2–4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Calibri"/>
              </a:rPr>
              <a:t>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743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OpenShift manifests, RHOAI endpoint, JIRA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43200"/>
            <a:ext cx="265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E00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40" y="109728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40" y="1097280"/>
            <a:ext cx="347472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64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E0000"/>
                </a:solidFill>
                <a:latin typeface="Calibri"/>
              </a:rPr>
              <a:t>1–2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Calibri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43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Inject test errors, confirm ticket creation, tune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743200"/>
            <a:ext cx="265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E000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99248" y="109728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99248" y="1097280"/>
            <a:ext cx="347472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1664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E0000"/>
                </a:solidFill>
                <a:latin typeface="Calibri"/>
              </a:rPr>
              <a:t>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Calibri"/>
              </a:rPr>
              <a:t>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7432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Add namespaces, extend to Quarkus/Spring 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48640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No professional services engagement required for initial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Three Ways to Move Forward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822960"/>
            <a:ext cx="3520440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352044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0058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Calibri"/>
              </a:rPr>
              <a:t>Option 1 — Proof of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276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0000"/>
                </a:solidFill>
                <a:latin typeface="Calibri"/>
              </a:rPr>
              <a:t>1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10312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Deploy in non-production. Run for one week. Measure MTTR delta vs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822960"/>
            <a:ext cx="3520440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40" y="822960"/>
            <a:ext cx="352044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0058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Calibri"/>
              </a:rPr>
              <a:t>Option 2 — Architecture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276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0000"/>
                </a:solidFill>
                <a:latin typeface="Calibri"/>
              </a:rPr>
              <a:t>Half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Red Hat architect maps solution to your JBoss topology and RHOAI setup.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9248" y="822960"/>
            <a:ext cx="3520440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9248" y="822960"/>
            <a:ext cx="3520440" cy="6400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10058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Calibri"/>
              </a:rPr>
              <a:t>Option 3 — Production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16276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0000"/>
                </a:solidFill>
                <a:latin typeface="Calibri"/>
              </a:rPr>
              <a:t>Scoped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10312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Deploy, configure, hand over with runbook and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66928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All source code is open and customer-owned.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F5F5"/>
                </a:solidFill>
                <a:latin typeface="Calibri"/>
              </a:rPr>
              <a:t>Let's talk about your JBoss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[Name]  ·  [email]  ·  Red Hat Senior Architect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